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0" r:id="rId3"/>
    <p:sldId id="262" r:id="rId4"/>
    <p:sldId id="263" r:id="rId5"/>
    <p:sldId id="264" r:id="rId6"/>
    <p:sldId id="269" r:id="rId7"/>
    <p:sldId id="270" r:id="rId8"/>
    <p:sldId id="271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89F"/>
    <a:srgbClr val="073F9D"/>
    <a:srgbClr val="9BB3D7"/>
    <a:srgbClr val="50A6A6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9" autoAdjust="0"/>
    <p:restoredTop sz="93364" autoAdjust="0"/>
  </p:normalViewPr>
  <p:slideViewPr>
    <p:cSldViewPr snapToGrid="0">
      <p:cViewPr varScale="1">
        <p:scale>
          <a:sx n="108" d="100"/>
          <a:sy n="108" d="100"/>
        </p:scale>
        <p:origin x="31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FD72-BEE3-4B36-BDAF-434BB0582D7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9E6E3-4B96-40E1-A3F2-0BC660D16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34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FF36-A51F-42B5-8BF7-5CECEBC3874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197C-45EA-4991-BCAF-46CA0E13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05CE-243A-47C1-8DB1-9A6E378791E7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CE224-C3D8-4D88-9DF6-58F3C7C5AA41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4412" y="6372252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9F21396-111B-4B5C-B7E2-582932F279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49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447E-1068-458B-8362-46BCBA0640B4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D374-2EB1-4196-929E-A2BACBBA08A2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355F-0C64-4453-B3FB-77A48E4EF93A}" type="datetime1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0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994E-17F5-4CDE-B765-8710874C03DF}" type="datetime1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D9E5-DE92-446D-BC1F-6C911F207B24}" type="datetime1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B3AF-467A-4FEB-9259-A7AB24DE6FA7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5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FB00D-B3BE-4DAA-A145-51B3F335876C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3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CA9B0-20F8-479F-A5F8-8A5D250D8F75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4719-4079-4DF6-96DA-61EF4F73D2C0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1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734C-3681-4A5B-B57D-42B6698DA4C5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44163140"/>
              </p:ext>
            </p:extLst>
          </p:nvPr>
        </p:nvGraphicFramePr>
        <p:xfrm>
          <a:off x="444731" y="201613"/>
          <a:ext cx="13890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CorelDRAW" r:id="rId15" imgW="1388271" imgH="1117604" progId="CorelDraw.Graphic.21">
                  <p:embed/>
                </p:oleObj>
              </mc:Choice>
              <mc:Fallback>
                <p:oleObj name="CorelDRAW" r:id="rId15" imgW="1388271" imgH="1117604" progId="CorelDraw.Graphic.2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4731" y="201613"/>
                        <a:ext cx="1389063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26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026" y="1547159"/>
            <a:ext cx="11911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4000" b="1" dirty="0" smtClean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3200" b="1" dirty="0" smtClean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3600" b="1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Создание игры «Тетрис»</a:t>
            </a:r>
            <a:endParaRPr lang="ru-RU" sz="3200" b="1" i="1" dirty="0"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0" y="6450676"/>
            <a:ext cx="889462" cy="270799"/>
          </a:xfrm>
        </p:spPr>
        <p:txBody>
          <a:bodyPr/>
          <a:lstStyle/>
          <a:p>
            <a:fld id="{29F21396-111B-4B5C-B7E2-582932F279F0}" type="slidenum">
              <a:rPr lang="ru-RU" smtClean="0"/>
              <a:t>1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984202" y="5562508"/>
            <a:ext cx="2478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/>
              <a:t>Молчанов Дмитрий Александрович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627418" y="6096000"/>
            <a:ext cx="26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Иркутск 202</a:t>
            </a:r>
            <a:r>
              <a:rPr lang="ru-RU" dirty="0"/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7384" y="3545060"/>
            <a:ext cx="440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https://github.com/dimass1kM/Tetris-Game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5" y="3301484"/>
            <a:ext cx="1820007" cy="21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9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2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Актуальность моего проекта заключается в том, что с развитием индустрии компьютерных игр, мы стали забывать о тех играх, с которых все начиналось. Тетрис – это одна из первых компьютерных игр игр, созданная в 1984 году.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6" y="942109"/>
            <a:ext cx="2835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Актуальность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13721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3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Создание игры «Тетрис»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579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Предлагаемое решение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3674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4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Язык программирования: </a:t>
            </a:r>
            <a:r>
              <a:rPr lang="en-US" dirty="0" smtClean="0"/>
              <a:t>Python</a:t>
            </a:r>
          </a:p>
          <a:p>
            <a:r>
              <a:rPr lang="ru-RU" dirty="0" smtClean="0"/>
              <a:t>Среда разработки</a:t>
            </a:r>
            <a:r>
              <a:rPr lang="ru-RU" dirty="0" smtClean="0"/>
              <a:t>: </a:t>
            </a:r>
            <a:r>
              <a:rPr lang="en-US" dirty="0" err="1" smtClean="0"/>
              <a:t>PyCharm</a:t>
            </a:r>
            <a:endParaRPr lang="en-US" dirty="0" smtClean="0"/>
          </a:p>
          <a:p>
            <a:r>
              <a:rPr lang="ru-RU" dirty="0" smtClean="0"/>
              <a:t>Основа </a:t>
            </a:r>
            <a:r>
              <a:rPr lang="ru-RU" dirty="0" smtClean="0"/>
              <a:t>игры: Библиотека </a:t>
            </a:r>
            <a:r>
              <a:rPr lang="en-US" dirty="0" err="1" smtClean="0"/>
              <a:t>Pygame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728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Используемы стек технологий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12327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5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04000" y="208684"/>
            <a:ext cx="97536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Описание реализации проекты, основные моменты (несколько слайдов)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425" y="1203984"/>
            <a:ext cx="5968041" cy="556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195" y="365125"/>
            <a:ext cx="7728405" cy="6249796"/>
          </a:xfr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87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408" y="460375"/>
            <a:ext cx="9380488" cy="5759450"/>
          </a:xfr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56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663" y="552450"/>
            <a:ext cx="9520951" cy="5448300"/>
          </a:xfr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34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9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18835" y="2272145"/>
            <a:ext cx="1040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https://drive.google.com/file/d/11n1wb5EPmuGWHgEO_IC11nzPjTq2Xgl6/view?usp=drive_link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Результат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48193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10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18835" y="2272145"/>
            <a:ext cx="1040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Результат</a:t>
            </a:r>
            <a:endParaRPr lang="ru-RU" sz="3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36" y="1530350"/>
            <a:ext cx="9593944" cy="484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11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18835" y="2272145"/>
            <a:ext cx="10400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 время выполнения проекта я научился:</a:t>
            </a:r>
          </a:p>
          <a:p>
            <a:pPr marL="342900" indent="-342900">
              <a:buAutoNum type="arabicPeriod"/>
            </a:pPr>
            <a:r>
              <a:rPr lang="ru-RU" dirty="0" smtClean="0"/>
              <a:t>Писать программы на языку </a:t>
            </a:r>
            <a:r>
              <a:rPr lang="en-US" dirty="0" smtClean="0"/>
              <a:t>Python</a:t>
            </a:r>
          </a:p>
          <a:p>
            <a:pPr marL="342900" indent="-342900">
              <a:buAutoNum type="arabicPeriod"/>
            </a:pPr>
            <a:r>
              <a:rPr lang="ru-RU" dirty="0" smtClean="0"/>
              <a:t>Работать на платформе </a:t>
            </a:r>
            <a:r>
              <a:rPr lang="en-US" dirty="0" err="1" smtClean="0"/>
              <a:t>GitHub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ru-RU" dirty="0" smtClean="0"/>
              <a:t>Создание игры «Тетрис»</a:t>
            </a:r>
          </a:p>
          <a:p>
            <a:pPr marL="342900" indent="-342900">
              <a:buAutoNum type="arabicPeriod"/>
            </a:pPr>
            <a:r>
              <a:rPr lang="ru-RU" dirty="0" smtClean="0"/>
              <a:t>Работать в среде разработки </a:t>
            </a:r>
            <a:r>
              <a:rPr lang="en-US" dirty="0" err="1" smtClean="0"/>
              <a:t>Pycharm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ru-RU" dirty="0" smtClean="0"/>
              <a:t>Пользоваться библиотекой </a:t>
            </a:r>
            <a:r>
              <a:rPr lang="en-US" smtClean="0"/>
              <a:t>Pygame</a:t>
            </a:r>
            <a:endParaRPr lang="ru-RU" dirty="0" smtClean="0"/>
          </a:p>
          <a:p>
            <a:pPr marL="342900" indent="-342900">
              <a:buAutoNum type="arabicPeriod"/>
            </a:pP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284010" y="895927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Выводы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8198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134</Words>
  <Application>Microsoft Office PowerPoint</Application>
  <PresentationFormat>Широкоэкранный</PresentationFormat>
  <Paragraphs>36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Times New Roman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Учетная запись Майкрософт</cp:lastModifiedBy>
  <cp:revision>117</cp:revision>
  <dcterms:created xsi:type="dcterms:W3CDTF">2021-02-08T11:39:32Z</dcterms:created>
  <dcterms:modified xsi:type="dcterms:W3CDTF">2025-12-17T14:44:24Z</dcterms:modified>
</cp:coreProperties>
</file>